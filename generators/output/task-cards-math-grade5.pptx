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STAAR Math Task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5 | 32 TEKS-Aligned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Teach4</a:t>
            </a:r>
            <a:r>
              <a:rPr sz="2800" b="1">
                <a:solidFill>
                  <a:srgbClr val="BF5700"/>
                </a:solidFill>
              </a:rPr>
              <a:t>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  </a:t>
            </a:r>
            <a:r>
              <a:rPr sz="1400">
                <a:solidFill>
                  <a:srgbClr val="BF5700"/>
                </a:solidFill>
              </a:rPr>
              <a:t>  TEKS 5.2A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distance from San Antonio to Houston is 197.26 miles. What is the value of the digit 2 in 197.26?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 tens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 tenths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 hundredths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  </a:t>
            </a:r>
            <a:r>
              <a:rPr sz="1400">
                <a:solidFill>
                  <a:srgbClr val="BF5700"/>
                </a:solidFill>
              </a:rPr>
              <a:t>  TEKS 5.2B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number line shows the location of 3.75?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Between 3.6 and 3.7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Between 3.7 and 3.8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Between 3.8 and 3.9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Between 3.4 and 3.5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  </a:t>
            </a:r>
            <a:r>
              <a:rPr sz="1400">
                <a:solidFill>
                  <a:srgbClr val="BF5700"/>
                </a:solidFill>
              </a:rPr>
              <a:t>  TEKS 5.2C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baker uses 2.408 pounds of flour for bread and 2.48 pounds for cookies. Which statement correctly compares these amounts?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2.408 &gt; 2.48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2.408 &lt; 2.48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2.408 = 2.48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Not enough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#4  </a:t>
            </a:r>
            <a:r>
              <a:rPr sz="1400">
                <a:solidFill>
                  <a:srgbClr val="BF5700"/>
                </a:solidFill>
              </a:rPr>
              <a:t>  TEKS 5.2C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Look at the number line. Which list shows the decimals in order from least to greatest?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1.3, 1.08, 1.5, 1.72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1.08, 1.3, 1.72, 1.5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1.08, 1.3, 1.5, 1.72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1.72, 1.5, 1.3, 1.08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#5  </a:t>
            </a:r>
            <a:r>
              <a:rPr sz="1400">
                <a:solidFill>
                  <a:srgbClr val="BF5700"/>
                </a:solidFill>
              </a:rPr>
              <a:t>  TEKS 5.3A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Maria ran 3/4 of a mile on Monday and 2/3 of a mile on Tuesday. What is the total distance Maria ran on both days?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5/7 mile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5/12 mile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 5/12 miles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 1/2 miles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#6  </a:t>
            </a:r>
            <a:r>
              <a:rPr sz="1400">
                <a:solidFill>
                  <a:srgbClr val="BF5700"/>
                </a:solidFill>
              </a:rPr>
              <a:t>  TEKS 5.3A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fraction bar shows 5/8 of a pizza that was eaten. If 1/4 of the whole pizza was eaten by Carlos, what fraction was eaten by others?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1/4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#7  </a:t>
            </a:r>
            <a:r>
              <a:rPr sz="1400">
                <a:solidFill>
                  <a:srgbClr val="BF5700"/>
                </a:solidFill>
              </a:rPr>
              <a:t>  TEKS 5.3B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recipe calls for 2/3 cup of sugar. If Damon wants to make 3/4 of the recipe, how much sugar does he need?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5/7 cup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6/12 cup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1/2 cup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2/4 cup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#8  </a:t>
            </a:r>
            <a:r>
              <a:rPr sz="1400">
                <a:solidFill>
                  <a:srgbClr val="BF5700"/>
                </a:solidFill>
              </a:rPr>
              <a:t>  TEKS 5.3B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garden plot is 3/5 of a yard long and 1/2 of a yard wide. What is the area of the garden plot in square yards?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4/7 sq yd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3/10 sq yd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 1/10 sq yd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3/7 sq yd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#9  </a:t>
            </a:r>
            <a:r>
              <a:rPr sz="1400">
                <a:solidFill>
                  <a:srgbClr val="BF5700"/>
                </a:solidFill>
              </a:rPr>
              <a:t>  TEKS 5.3D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water jug holds 3/4 of a gallon. Each cup holds 1/8 of a gallon. How many cups can be filled from one full jug?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 cups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 cups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 cups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 cups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#10  </a:t>
            </a:r>
            <a:r>
              <a:rPr sz="1400">
                <a:solidFill>
                  <a:srgbClr val="BF5700"/>
                </a:solidFill>
              </a:rPr>
              <a:t>  TEKS 5.3E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store sells rope for $4.85 per yard. Mrs. Garza buys 3.5 yards of rope. How much does she pay before tax?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$16.98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$14.55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$16.28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$16.975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#11  </a:t>
            </a:r>
            <a:r>
              <a:rPr sz="1400">
                <a:solidFill>
                  <a:srgbClr val="BF5700"/>
                </a:solidFill>
              </a:rPr>
              <a:t>  TEKS 5.3G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and decimal pair are equivalent?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3/5 = 0.35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7/8 = 0.875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1/3 = 0.30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2/6 = 0.26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#12  </a:t>
            </a:r>
            <a:r>
              <a:rPr sz="1400">
                <a:solidFill>
                  <a:srgbClr val="BF5700"/>
                </a:solidFill>
              </a:rPr>
              <a:t>  TEKS 5.3G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fraction bar shows 3/4. Which decimal is equivalent to this fraction?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0.34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0.43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0.75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0.80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#13  </a:t>
            </a:r>
            <a:r>
              <a:rPr sz="1400">
                <a:solidFill>
                  <a:srgbClr val="BF5700"/>
                </a:solidFill>
              </a:rPr>
              <a:t>  TEKS 5.4A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school buys boxes of markers. Each box has 12 markers. Which expression represents the total number of markers in b boxes?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12 +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12 −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12 ×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12 ÷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#14  </a:t>
            </a:r>
            <a:r>
              <a:rPr sz="1400">
                <a:solidFill>
                  <a:srgbClr val="BF5700"/>
                </a:solidFill>
              </a:rPr>
              <a:t>  TEKS 5.4B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table shows the number of pages Lena reads each day. If the pattern continues, how many pages will she read on Day 6?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4572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96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#15  </a:t>
            </a:r>
            <a:r>
              <a:rPr sz="1400">
                <a:solidFill>
                  <a:srgbClr val="BF5700"/>
                </a:solidFill>
              </a:rPr>
              <a:t>  TEKS 5.4E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the value of 3 + 5 × (8 − 2)?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#16  </a:t>
            </a:r>
            <a:r>
              <a:rPr sz="1400">
                <a:solidFill>
                  <a:srgbClr val="BF5700"/>
                </a:solidFill>
              </a:rPr>
              <a:t>  TEKS 5.4F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value of n makes this equation true?</a:t>
            </a:r>
            <a:br/>
            <a:r>
              <a:t>6 × n =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#17  </a:t>
            </a:r>
            <a:r>
              <a:rPr sz="1400">
                <a:solidFill>
                  <a:srgbClr val="BF5700"/>
                </a:solidFill>
              </a:rPr>
              <a:t>  TEKS 5.4C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Look at the input-output table. Which expression describes the rule?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4572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Multiply by 3, then add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Multiply by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Add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Multiply by 3, then subtract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#18  </a:t>
            </a:r>
            <a:r>
              <a:rPr sz="1400">
                <a:solidFill>
                  <a:srgbClr val="BF5700"/>
                </a:solidFill>
              </a:rPr>
              <a:t>  TEKS 5.5A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of the following statements is true about all parallelograms?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They have exactly one pair of parallel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They have four right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They have two pairs of parallel sides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All four sides are equal in length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#19  </a:t>
            </a:r>
            <a:r>
              <a:rPr sz="1400">
                <a:solidFill>
                  <a:srgbClr val="BF5700"/>
                </a:solidFill>
              </a:rPr>
              <a:t>  TEKS 5.5A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triangle has angles measuring 60°, 60°, and 60°. Which classification best describes this triangle?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Right scalene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Obtuse isosceles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Equilateral acute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Right isosceles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#20  </a:t>
            </a:r>
            <a:r>
              <a:rPr sz="1400">
                <a:solidFill>
                  <a:srgbClr val="BF5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rectangular garden is 12.5 feet long and 8.4 feet wide. What is the perimeter of the garden?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20.9 feet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41.8 feet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105 feet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33.4 feet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#21  </a:t>
            </a:r>
            <a:r>
              <a:rPr sz="1400">
                <a:solidFill>
                  <a:srgbClr val="BF5700"/>
                </a:solidFill>
              </a:rPr>
              <a:t>  TEKS 5.6B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diagram shows an L-shaped room. What is the total area of the room?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8312727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56 sq 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64 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72 sq 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80 sq ft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#22  </a:t>
            </a:r>
            <a:r>
              <a:rPr sz="1400">
                <a:solidFill>
                  <a:srgbClr val="BF5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picture frame has a perimeter of 56 inches. The length of the frame is 16 inches. What is the width?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40 inches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24 inches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12 inches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20 inches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#23  </a:t>
            </a:r>
            <a:r>
              <a:rPr sz="1400">
                <a:solidFill>
                  <a:srgbClr val="BF5700"/>
                </a:solidFill>
              </a:rPr>
              <a:t>  TEKS 5.4H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Jasmine has $20. She buys a notebook for $3.75 and 2 pens that cost $1.50 each. Which expression shows how much money Jasmine has left?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20 − 3.75 + 2 × 1.50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20 − (3.75 + 2 × 1.50)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(20 − 3.75) × 2 × 1.50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20 − 3.75 − 1.50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#24  </a:t>
            </a:r>
            <a:r>
              <a:rPr sz="1400">
                <a:solidFill>
                  <a:srgbClr val="BF5700"/>
                </a:solidFill>
              </a:rPr>
              <a:t>  TEKS 5.5B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rectangular prism has a length of 6 units, a width of 4 units, and a height of 3 units. What is the volume?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13 cubic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24 cubic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48 cubic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72 cubic units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#25  </a:t>
            </a:r>
            <a:r>
              <a:rPr sz="1400">
                <a:solidFill>
                  <a:srgbClr val="BF5700"/>
                </a:solidFill>
              </a:rPr>
              <a:t>  TEKS 5.5B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Marcus is packing a box with small cubes. Each small cube has a side length of 1 inch. The box is 5 inches long, 3 inches wide, and 4 inches tall. How many small cubes will fit in the box?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12 cubes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15 cubes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45 cubes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60 cubes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#26  </a:t>
            </a:r>
            <a:r>
              <a:rPr sz="1400">
                <a:solidFill>
                  <a:srgbClr val="BF5700"/>
                </a:solidFill>
              </a:rPr>
              <a:t>  TEKS 5.7A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bar graph shows the number of books students read during a reading challenge. How many more books did the 5th graders read than the 3rd graders?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10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15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20 books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#27  </a:t>
            </a:r>
            <a:r>
              <a:rPr sz="1400">
                <a:solidFill>
                  <a:srgbClr val="BF5700"/>
                </a:solidFill>
              </a:rPr>
              <a:t>  TEKS 5.7A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data table shows test scores for 7 students. What is the median test score?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516923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#28  </a:t>
            </a:r>
            <a:r>
              <a:rPr sz="1400">
                <a:solidFill>
                  <a:srgbClr val="BF5700"/>
                </a:solidFill>
              </a:rPr>
              <a:t>  TEKS 5.8A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ordered pair represents the location of the library on the coordinate grid?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(2, 5)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(5, 2)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(3, 7)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(7, 3)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#29  </a:t>
            </a:r>
            <a:r>
              <a:rPr sz="1400">
                <a:solidFill>
                  <a:srgbClr val="BF5700"/>
                </a:solidFill>
              </a:rPr>
              <a:t>  TEKS 5.8B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Starting at the origin (0, 0), Maya walks 4 units to the right and 6 units up. Then she walks 3 more units to the right and 2 units down. What ordered pair describes Maya's final location?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(7, 4)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(4, 7)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(7, 8)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(3, 6)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#30  </a:t>
            </a:r>
            <a:r>
              <a:rPr sz="1400">
                <a:solidFill>
                  <a:srgbClr val="BF5700"/>
                </a:solidFill>
              </a:rPr>
              <a:t>  TEKS 5.8C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coordinate grid shows the locations of buildings in a town. Which building is located at (6, 8)?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Fire 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Park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#31  </a:t>
            </a:r>
            <a:r>
              <a:rPr sz="1400">
                <a:solidFill>
                  <a:srgbClr val="BF5700"/>
                </a:solidFill>
              </a:rPr>
              <a:t>  TEKS 5.9A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Mateo earns $8.50 per hour mowing lawns. He works 6 hours on Saturday. He wants to save 40% of his earnings. How much money will Mateo save?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$17.00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$20.40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$30.60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$34.00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#32  </a:t>
            </a:r>
            <a:r>
              <a:rPr sz="1400">
                <a:solidFill>
                  <a:srgbClr val="BF5700"/>
                </a:solidFill>
              </a:rPr>
              <a:t>  TEKS 5.9B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table shows Sofia's monthly budget. If she earns $50 per month from chores, how much does she have left after all expenses?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$5.00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$7.50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$10.00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$12.50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