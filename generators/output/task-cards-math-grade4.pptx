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STAAR Math Task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Grade 4 | 32 TEKS-Aligned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50292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Teach4</a:t>
            </a:r>
            <a:r>
              <a:rPr sz="2800" b="1">
                <a:solidFill>
                  <a:srgbClr val="BF5700"/>
                </a:solidFill>
              </a:rPr>
              <a:t>Texas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  </a:t>
            </a:r>
            <a:r>
              <a:rPr sz="1400">
                <a:solidFill>
                  <a:srgbClr val="BF5700"/>
                </a:solidFill>
              </a:rPr>
              <a:t>  TEKS 4.2B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symbol makes this statement true?</a:t>
            </a:r>
            <a:br/>
            <a:r>
              <a:t>4,567 ___ 4,576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&lt;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  </a:t>
            </a:r>
            <a:r>
              <a:rPr sz="1400">
                <a:solidFill>
                  <a:srgbClr val="BF5700"/>
                </a:solidFill>
              </a:rPr>
              <a:t>  TEKS 4.2B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school collected 23,451 cans for a food drive. Another school collected 23,514 cans. Which number line shows the correct position of these two numbers?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9144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23,451 is to the right of 23,514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23,514 is to the right of 23,451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Both numbers are at the same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Neither number is on the number 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#3  </a:t>
            </a:r>
            <a:r>
              <a:rPr sz="1400">
                <a:solidFill>
                  <a:srgbClr val="BF5700"/>
                </a:solidFill>
              </a:rPr>
              <a:t>  TEKS 4.2A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What is the value of the digit 7 in the number 378,215?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7,000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70,000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700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700,000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#4  </a:t>
            </a:r>
            <a:r>
              <a:rPr sz="1400">
                <a:solidFill>
                  <a:srgbClr val="BF5700"/>
                </a:solidFill>
              </a:rPr>
              <a:t>  TEKS 4.2D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number rounds to 50,000 when rounded to the nearest ten thousand?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9144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43,218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44,999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45,321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55,100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#5  </a:t>
            </a:r>
            <a:r>
              <a:rPr sz="1400">
                <a:solidFill>
                  <a:srgbClr val="BF5700"/>
                </a:solidFill>
              </a:rPr>
              <a:t>  TEKS 4.3A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fraction is equivalent to 3/6?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9144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1/3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2/3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3/4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#6  </a:t>
            </a:r>
            <a:r>
              <a:rPr sz="1400">
                <a:solidFill>
                  <a:srgbClr val="BF5700"/>
                </a:solidFill>
              </a:rPr>
              <a:t>  TEKS 4.3A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Maria ate 2/8 of a pizza. Which fraction is equivalent to the amount she ate?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9144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1/3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1/4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2/4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#7  </a:t>
            </a:r>
            <a:r>
              <a:rPr sz="1400">
                <a:solidFill>
                  <a:srgbClr val="BF5700"/>
                </a:solidFill>
              </a:rPr>
              <a:t>  TEKS 4.3D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fraction is greater than 1/2?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3/8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5/8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1/4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#8  </a:t>
            </a:r>
            <a:r>
              <a:rPr sz="1400">
                <a:solidFill>
                  <a:srgbClr val="BF5700"/>
                </a:solidFill>
              </a:rPr>
              <a:t>  TEKS 4.3E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Carlos ran 3/10 of a mile in the morning and 4/10 of a mile in the afternoon. How far did Carlos run in all?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9144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1/10 mile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7/10 mile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7/20 mile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12/10 mile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#9  </a:t>
            </a:r>
            <a:r>
              <a:rPr sz="1400">
                <a:solidFill>
                  <a:srgbClr val="BF5700"/>
                </a:solidFill>
              </a:rPr>
              <a:t>  TEKS 4.3E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recipe calls for 5/8 cup of sugar. Jenna has already added 2/8 cup. How much more sugar does she need to add?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9144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3/8 cup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3/16 cup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7/8 cup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7/16 cup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#10  </a:t>
            </a:r>
            <a:r>
              <a:rPr sz="1400">
                <a:solidFill>
                  <a:srgbClr val="BF5700"/>
                </a:solidFill>
              </a:rPr>
              <a:t>  TEKS 4.4B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bookstore ordered 24 boxes of books. Each box contains 36 books. How many books did the bookstore order in all?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720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744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864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960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#11  </a:t>
            </a:r>
            <a:r>
              <a:rPr sz="1400">
                <a:solidFill>
                  <a:srgbClr val="BF5700"/>
                </a:solidFill>
              </a:rPr>
              <a:t>  TEKS 4.4B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There are 47 rows of seats in an auditorium. Each row has 52 seats. Which is the best estimate of the total number of seats?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2,000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2,500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3,000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4,000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#12  </a:t>
            </a:r>
            <a:r>
              <a:rPr sz="1400">
                <a:solidFill>
                  <a:srgbClr val="BF5700"/>
                </a:solidFill>
              </a:rPr>
              <a:t>  TEKS 4.4C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The area model shows a multiplication problem broken into partial products. What is the total product?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24384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368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378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414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432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#13  </a:t>
            </a:r>
            <a:r>
              <a:rPr sz="1400">
                <a:solidFill>
                  <a:srgbClr val="BF5700"/>
                </a:solidFill>
              </a:rPr>
              <a:t>  TEKS 4.4F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farmer has 156 apples to pack equally into 12 crates. How many apples will be in each crate?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#14  </a:t>
            </a:r>
            <a:r>
              <a:rPr sz="1400">
                <a:solidFill>
                  <a:srgbClr val="BF5700"/>
                </a:solidFill>
              </a:rPr>
              <a:t>  TEKS 4.4H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school has 432 students going on a field trip. Each bus holds 48 students. How many buses are needed?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#15  </a:t>
            </a:r>
            <a:r>
              <a:rPr sz="1400">
                <a:solidFill>
                  <a:srgbClr val="BF5700"/>
                </a:solidFill>
              </a:rPr>
              <a:t>  TEKS 4.4H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Tara earns $8 per hour babysitting. She babysat for 5 hours on Saturday and 3 hours on Sunday. She spent $15 on a book. How much money does Tara have left?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$34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$49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$55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$64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#16  </a:t>
            </a:r>
            <a:r>
              <a:rPr sz="1400">
                <a:solidFill>
                  <a:srgbClr val="BF5700"/>
                </a:solidFill>
              </a:rPr>
              <a:t>  TEKS 4.5A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Look at the input-output table. What is the rule?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5378824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Add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Multiply by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Multiply by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Add 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#17  </a:t>
            </a:r>
            <a:r>
              <a:rPr sz="1400">
                <a:solidFill>
                  <a:srgbClr val="BF5700"/>
                </a:solidFill>
              </a:rPr>
              <a:t>  TEKS 4.5A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Using the rule from the table, what is the missing output value when the input is 9?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5378824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54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#18  </a:t>
            </a:r>
            <a:r>
              <a:rPr sz="1400">
                <a:solidFill>
                  <a:srgbClr val="BF5700"/>
                </a:solidFill>
              </a:rPr>
              <a:t>  TEKS 4.5B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expression represents the phrase "12 less than a number n"?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12 -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n - 12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12 +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n + 12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#19  </a:t>
            </a:r>
            <a:r>
              <a:rPr sz="1400">
                <a:solidFill>
                  <a:srgbClr val="BF5700"/>
                </a:solidFill>
              </a:rPr>
              <a:t>  TEKS 4.6A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of the following best describes an acute angle?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An angle that measures exactly 90 degrees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An angle that measures greater than 90 degrees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An angle that measures less than 90 degrees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An angle that measures exactly 180 degrees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#20  </a:t>
            </a:r>
            <a:r>
              <a:rPr sz="1400">
                <a:solidFill>
                  <a:srgbClr val="BF5700"/>
                </a:solidFill>
              </a:rPr>
              <a:t>  TEKS 4.6B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pair of lines appears to be parallel?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Lines that cross at one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Lines that are always the same distance apart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Lines that form a right angle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Lines that share an endpoint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#21  </a:t>
            </a:r>
            <a:r>
              <a:rPr sz="1400">
                <a:solidFill>
                  <a:srgbClr val="BF5700"/>
                </a:solidFill>
              </a:rPr>
              <a:t>  TEKS 4.6C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triangle has sides measuring 5 cm, 5 cm, and 8 cm. How would you classify this triangle by its sides?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Equilateral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Isosceles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Scalene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Right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#22  </a:t>
            </a:r>
            <a:r>
              <a:rPr sz="1400">
                <a:solidFill>
                  <a:srgbClr val="BF5700"/>
                </a:solidFill>
              </a:rPr>
              <a:t>  TEKS 4.6D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How many lines of symmetry does a square have?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#23  </a:t>
            </a:r>
            <a:r>
              <a:rPr sz="1400">
                <a:solidFill>
                  <a:srgbClr val="BF5700"/>
                </a:solidFill>
              </a:rPr>
              <a:t>  TEKS 4.7A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garden has a length of 12 feet and a width of 9 feet. What is the perimeter of the garden?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21 feet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42 feet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108 feet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30 feet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#24  </a:t>
            </a:r>
            <a:r>
              <a:rPr sz="1400">
                <a:solidFill>
                  <a:srgbClr val="BF5700"/>
                </a:solidFill>
              </a:rPr>
              <a:t>  TEKS 4.7A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Mr. Torres is tiling a bathroom floor that is 7 feet long and 6 feet wide. How many square feet of tile does he need?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24384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13 sq 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26 sq 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36 sq 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42 sq ft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#25  </a:t>
            </a:r>
            <a:r>
              <a:rPr sz="1400">
                <a:solidFill>
                  <a:srgbClr val="BF5700"/>
                </a:solidFill>
              </a:rPr>
              <a:t>  TEKS 4.7E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A movie starts at 2:45 PM and ends at 5:15 PM. How long is the movie?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2 hours 15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2 hours 30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2 hours 45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3 hours 15 minutes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#26  </a:t>
            </a:r>
            <a:r>
              <a:rPr sz="1400">
                <a:solidFill>
                  <a:srgbClr val="BF5700"/>
                </a:solidFill>
              </a:rPr>
              <a:t>  TEKS 4.7C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How many ounces are in 3 pounds?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6531429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30 ounces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36 ounces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48 ounces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60 ounces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#27  </a:t>
            </a:r>
            <a:r>
              <a:rPr sz="1400">
                <a:solidFill>
                  <a:srgbClr val="BF5700"/>
                </a:solidFill>
              </a:rPr>
              <a:t>  TEKS 4.8A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The dot plot shows the number of pets students in Mrs. Lee's class own. How many students own exactly 2 pets?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3048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#28  </a:t>
            </a:r>
            <a:r>
              <a:rPr sz="1400">
                <a:solidFill>
                  <a:srgbClr val="BF5700"/>
                </a:solidFill>
              </a:rPr>
              <a:t>  TEKS 4.8B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Use the stem-and-leaf plot. The stems represent tens and the leaves represent ones.</a:t>
            </a:r>
            <a:br/>
            <a:br/>
            <a:r>
              <a:t>Stem | Leaf</a:t>
            </a:r>
            <a:br/>
            <a:r>
              <a:t>  4  | 2, 5, 7</a:t>
            </a:r>
            <a:br/>
            <a:r>
              <a:t>  5  | 0, 3, 3, 8</a:t>
            </a:r>
            <a:br/>
            <a:r>
              <a:t>  6  | 1, 4</a:t>
            </a:r>
            <a:br/>
            <a:br/>
            <a:r>
              <a:t>What is the median of this data set?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6531429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51.5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52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#29  </a:t>
            </a:r>
            <a:r>
              <a:rPr sz="1400">
                <a:solidFill>
                  <a:srgbClr val="BF5700"/>
                </a:solidFill>
              </a:rPr>
              <a:t>  TEKS 4.8C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The bar graph shows the number of rainy days each month. Which month had the fewest rainy days?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3048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March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April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May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June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#30  </a:t>
            </a:r>
            <a:r>
              <a:rPr sz="1400">
                <a:solidFill>
                  <a:srgbClr val="BF5700"/>
                </a:solidFill>
              </a:rPr>
              <a:t>  TEKS 4.9A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Miguel earns $12.00 for mowing a lawn. He mows 4 lawns in one week and saves half of his earnings. How much does Miguel save?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$6.00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$12.00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$24.00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$48.00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#31  </a:t>
            </a:r>
            <a:r>
              <a:rPr sz="1400">
                <a:solidFill>
                  <a:srgbClr val="BF5700"/>
                </a:solidFill>
              </a:rPr>
              <a:t>  TEKS 4.9B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Lisa wants to buy a bicycle that costs $120. She has already saved $75. She earns $9 each week doing chores. How many more weeks does she need to save to buy the bicycle?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4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5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6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663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8 weeks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  #32  </a:t>
            </a:r>
            <a:r>
              <a:rPr sz="1400">
                <a:solidFill>
                  <a:srgbClr val="BF5700"/>
                </a:solidFill>
              </a:rPr>
              <a:t>  TEKS 4.3C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t>Which number line shows 5/4 correctly placed?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926080"/>
            <a:ext cx="91440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A)  </a:t>
            </a:r>
            <a:r>
              <a:rPr sz="1800">
                <a:solidFill>
                  <a:srgbClr val="2D2D2D"/>
                </a:solidFill>
              </a:rPr>
              <a:t>Between 0 and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B)  </a:t>
            </a:r>
            <a:r>
              <a:rPr sz="1800">
                <a:solidFill>
                  <a:srgbClr val="2D2D2D"/>
                </a:solidFill>
              </a:rPr>
              <a:t>At exactly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C)  </a:t>
            </a:r>
            <a:r>
              <a:rPr sz="1800">
                <a:solidFill>
                  <a:srgbClr val="2D2D2D"/>
                </a:solidFill>
              </a:rPr>
              <a:t>Between 1 and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B365D"/>
                </a:solidFill>
              </a:rPr>
              <a:t>D)  </a:t>
            </a:r>
            <a:r>
              <a:rPr sz="1800">
                <a:solidFill>
                  <a:srgbClr val="2D2D2D"/>
                </a:solidFill>
              </a:rPr>
              <a:t>At exactly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