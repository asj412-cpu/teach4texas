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STAAR Science Task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5 | 32 TEKS-Aligned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Teach4</a:t>
            </a:r>
            <a:r>
              <a:rPr sz="2800" b="1">
                <a:solidFill>
                  <a:srgbClr val="BF8700"/>
                </a:solidFill>
              </a:rPr>
              <a:t>Texas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  </a:t>
            </a:r>
            <a:r>
              <a:rPr sz="1400">
                <a:solidFill>
                  <a:srgbClr val="BF8700"/>
                </a:solidFill>
              </a:rPr>
              <a:t>  TEKS 5.5A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measures the mass and volume of four different liquids. Which property is BEST used to identify an unknown liquid?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5378824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Color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Shape of the container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  </a:t>
            </a:r>
            <a:r>
              <a:rPr sz="1400">
                <a:solidFill>
                  <a:srgbClr val="BF8700"/>
                </a:solidFill>
              </a:rPr>
              <a:t>  TEKS 5.5A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has a piece of aluminum foil, a wooden block, and a glass marble. Which physical property do all three objects share?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They are all the same color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They all conduct electricity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They are all magnetic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They all have mass and take up 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  </a:t>
            </a:r>
            <a:r>
              <a:rPr sz="1400">
                <a:solidFill>
                  <a:srgbClr val="BF8700"/>
                </a:solidFill>
              </a:rPr>
              <a:t>  TEKS 5.5B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mixes sand, iron filings, and salt together in a bowl. Which method would BEST separate the iron filings from the mixture 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Add water and stir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Use a magnet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Pour through a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Heat the mixture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#4  </a:t>
            </a:r>
            <a:r>
              <a:rPr sz="1400">
                <a:solidFill>
                  <a:srgbClr val="BF8700"/>
                </a:solidFill>
              </a:rPr>
              <a:t>  TEKS 5.5B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dissolves sugar in warm water and stirs. Which statement BEST describes this mixture?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 sugar can be recovered by evaporating the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A new substance has been formed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 sugar has been destroyed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The sugar changed into a different chemical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#5  </a:t>
            </a:r>
            <a:r>
              <a:rPr sz="1400">
                <a:solidFill>
                  <a:srgbClr val="BF8700"/>
                </a:solidFill>
              </a:rPr>
              <a:t>  TEKS 5.5C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Students recorded the temperature of water as it was heated. Based on the data, at what temperature did the water begin to boil?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975652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80°C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90°C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100°C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110°C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#6  </a:t>
            </a:r>
            <a:r>
              <a:rPr sz="1400">
                <a:solidFill>
                  <a:srgbClr val="BF8700"/>
                </a:solidFill>
              </a:rPr>
              <a:t>  TEKS 5.5C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Ice cream is left on a kitchen counter on a hot day. Which change of state occurs as the ice cream melts?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Gas to liquid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Liquid to solid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Liquid to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Solid to liquid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#7  </a:t>
            </a:r>
            <a:r>
              <a:rPr sz="1400">
                <a:solidFill>
                  <a:srgbClr val="BF8700"/>
                </a:solidFill>
              </a:rPr>
              <a:t>  TEKS 5.6A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drops a ball from three different heights and measures the bounce height each time. Based on the bar graph, what conclusion can the student make?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048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 ball always bounces to the same height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Drop height does not affect bounce height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 ball bounces higher when dropped from a greater height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The ball bounces lower when dropped from a greater height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#8  </a:t>
            </a:r>
            <a:r>
              <a:rPr sz="1400">
                <a:solidFill>
                  <a:srgbClr val="BF8700"/>
                </a:solidFill>
              </a:rPr>
              <a:t>  TEKS 5.6A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Two students push a wagon. Student A pushes with a force of 10 N to the right, and Student B pushes with a force of 15 N to the right. What is the net force on the wagon?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5 N to the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10 N to the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15 N to the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25 N to the right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#9  </a:t>
            </a:r>
            <a:r>
              <a:rPr sz="1400">
                <a:solidFill>
                  <a:srgbClr val="BF8700"/>
                </a:solidFill>
              </a:rPr>
              <a:t>  TEKS 5.6A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book is sitting on a table and not moving. What can you conclude about the forces acting on the book?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 forces are balanced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No forces are acting on the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Gravity is not acting on the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The forces are unbalanced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#10  </a:t>
            </a:r>
            <a:r>
              <a:rPr sz="1400">
                <a:solidFill>
                  <a:srgbClr val="BF8700"/>
                </a:solidFill>
              </a:rPr>
              <a:t>  TEKS 5.6B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of the following is the BEST example of light energy being transformed into heat energy?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A flashlight shining on a 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Sunlight warming a dark sidewalk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A mirror reflecting a light beam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A lamp lighting up a room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#11  </a:t>
            </a:r>
            <a:r>
              <a:rPr sz="1400">
                <a:solidFill>
                  <a:srgbClr val="BF8700"/>
                </a:solidFill>
              </a:rPr>
              <a:t>  TEKS 5.6B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wraps a thermometer in black cloth and another in white cloth, then places both in sunlight for 30 minutes. The bar graph shows the results. Why did the black cloth reach a higher temperature?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048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Black cloth absorbs more light energy and converts it 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Black cloth reflects more 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White cloth produces more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Black cloth is always hotter than white cloth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#12  </a:t>
            </a:r>
            <a:r>
              <a:rPr sz="1400">
                <a:solidFill>
                  <a:srgbClr val="BF8700"/>
                </a:solidFill>
              </a:rPr>
              <a:t>  TEKS 5.6C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guitar string vibrates when plucked. What happens to the sound if the string vibrates faster?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 sound gets louder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The pitch gets higher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 sound gets softer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The pitch gets lower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#13  </a:t>
            </a:r>
            <a:r>
              <a:rPr sz="1400">
                <a:solidFill>
                  <a:srgbClr val="BF8700"/>
                </a:solidFill>
              </a:rPr>
              <a:t>  TEKS 5.7A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step of the water cycle is occurring when water vapor in the atmosphere cools and forms clouds?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Evaporation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Precipitation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Condensation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Collection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#14  </a:t>
            </a:r>
            <a:r>
              <a:rPr sz="1400">
                <a:solidFill>
                  <a:srgbClr val="BF8700"/>
                </a:solidFill>
              </a:rPr>
              <a:t>  TEKS 5.7A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sets up an experiment with a covered bowl of warm water in sunlight. After 2 hours, water droplets form on the inside of the cover. Which TWO parts of the water cycle does this experiment demonstrate?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Precipitation and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Condensation and precipitation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Collection and 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Evaporation and condensation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#15  </a:t>
            </a:r>
            <a:r>
              <a:rPr sz="1400">
                <a:solidFill>
                  <a:srgbClr val="BF8700"/>
                </a:solidFill>
              </a:rPr>
              <a:t>  TEKS 5.7B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weather station recorded data for five days. Based on the table, on which day is a thunderstorm MOST likely?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4572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Thursday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Tuesday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Friday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#16  </a:t>
            </a:r>
            <a:r>
              <a:rPr sz="1400">
                <a:solidFill>
                  <a:srgbClr val="BF8700"/>
                </a:solidFill>
              </a:rPr>
              <a:t>  TEKS 5.7C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scientist finds a fossil of a fish in rock layers high on a mountain. What does this fossil evidence BEST suggest about this area?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Fish once lived on mountains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The area was once covered by water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 mountain formed underwater recently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Someone placed the fish fossil there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#17  </a:t>
            </a:r>
            <a:r>
              <a:rPr sz="1400">
                <a:solidFill>
                  <a:srgbClr val="BF8700"/>
                </a:solidFill>
              </a:rPr>
              <a:t>  TEKS 5.7C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examines four rock samples. Which process is responsible for forming sedimentary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Melting and cooling of magma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Extreme heat and pressure underground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Layers of sediment compacting and cementing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Volcanic eruptions depositing lava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#18  </a:t>
            </a:r>
            <a:r>
              <a:rPr sz="1400">
                <a:solidFill>
                  <a:srgbClr val="BF8700"/>
                </a:solidFill>
              </a:rPr>
              <a:t>  TEKS 5.8A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In the food web shown, what would MOST LIKELY happen to the population of rabbits if the foxes were removed from the ecosystem?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2286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 rabbit population would decrease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The rabbit population would stay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 rabbits would leave the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The rabbit population would increase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#19  </a:t>
            </a:r>
            <a:r>
              <a:rPr sz="1400">
                <a:solidFill>
                  <a:srgbClr val="BF8700"/>
                </a:solidFill>
              </a:rPr>
              <a:t>  TEKS 5.8A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Look at the food web. Which organism is a producer?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2286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Grasshopper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Frog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Grass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Snake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#20  </a:t>
            </a:r>
            <a:r>
              <a:rPr sz="1400">
                <a:solidFill>
                  <a:srgbClr val="BF8700"/>
                </a:solidFill>
              </a:rPr>
              <a:t>  TEKS 5.8A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In a pond ecosystem, algae use sunlight to make food. Small fish eat the algae. Larger fish eat the small fish. Which organism in this food chain is a primary consumer?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 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The algae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 small fish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The larger fish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#21  </a:t>
            </a:r>
            <a:r>
              <a:rPr sz="1400">
                <a:solidFill>
                  <a:srgbClr val="BF8700"/>
                </a:solidFill>
              </a:rPr>
              <a:t>  TEKS 5.8B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cactus has thick, waxy skin and stores water in its stem. These characteristics are BEST described as adaptations for surviving in which environment?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Desert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Tropical rainforest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Arctic tundra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Freshwater pond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#22  </a:t>
            </a:r>
            <a:r>
              <a:rPr sz="1400">
                <a:solidFill>
                  <a:srgbClr val="BF8700"/>
                </a:solidFill>
              </a:rPr>
              <a:t>  TEKS 5.8B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scientist measured the beak lengths of four bird species and the types of food they eat. Which bird is BEST adapted for cracking open hard seeds?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5378824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Bird A — long, thin beak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Bird B — short, thick beak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Bird C — flat, wide beak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Bird D — curved, hooked beak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#23  </a:t>
            </a:r>
            <a:r>
              <a:rPr sz="1400">
                <a:solidFill>
                  <a:srgbClr val="BF8700"/>
                </a:solidFill>
              </a:rPr>
              <a:t>  TEKS 5.8C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of the following traits is MOST LIKELY inherited from a puppy's parents?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 ability to sit on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A scar on the puppy's 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A preference for a certain toy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Fur color and pattern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#24  </a:t>
            </a:r>
            <a:r>
              <a:rPr sz="1400">
                <a:solidFill>
                  <a:srgbClr val="BF8700"/>
                </a:solidFill>
              </a:rPr>
              <a:t>  TEKS 5.8C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mother plant has red flowers. All of her offspring also have red flowers. A nearby plant of the same species has white flowers. Which statement BEST explains this observation?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 soil determines flower color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Flower color is an inherited trait passed from parent to offspring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All plants of the same species have the same flower color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The amount of sunlight determines flower color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#25  </a:t>
            </a:r>
            <a:r>
              <a:rPr sz="1400">
                <a:solidFill>
                  <a:srgbClr val="BF8700"/>
                </a:solidFill>
              </a:rPr>
              <a:t>  TEKS 5.9A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Students collected data on energy sources used in their community. Based on the graph, which energy source is renewable?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048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Natural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Coal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Solar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Oil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#26  </a:t>
            </a:r>
            <a:r>
              <a:rPr sz="1400">
                <a:solidFill>
                  <a:srgbClr val="BF8700"/>
                </a:solidFill>
              </a:rPr>
              <a:t>  TEKS 5.9A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of the following is a nonrenewable resource?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Wind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Natural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Sunlight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Water flowing in a river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#27  </a:t>
            </a:r>
            <a:r>
              <a:rPr sz="1400">
                <a:solidFill>
                  <a:srgbClr val="BF8700"/>
                </a:solidFill>
              </a:rPr>
              <a:t>  TEKS 5.6A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tests how the surface type affects the distance a toy car travels. The results are shown in the graph. Which surface created the MOST friction?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048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Carpet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Wood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Sandpaper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#28  </a:t>
            </a:r>
            <a:r>
              <a:rPr sz="1400">
                <a:solidFill>
                  <a:srgbClr val="BF8700"/>
                </a:solidFill>
              </a:rPr>
              <a:t>  TEKS 5.7A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Students measured rainfall in their schoolyard for one week. Based on the data, what was the total rainfall for the week?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048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4.2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3.5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2.0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5.0 cm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#29  </a:t>
            </a:r>
            <a:r>
              <a:rPr sz="1400">
                <a:solidFill>
                  <a:srgbClr val="BF8700"/>
                </a:solidFill>
              </a:rPr>
              <a:t>  TEKS 5.8A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In a forest food web, a disease kills most of the mice. What will MOST LIKELY happen to the snake population that feeds on mice?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2286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 snake population will increase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The snake population will not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 snake population will decrease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The snakes will become herbivores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#30  </a:t>
            </a:r>
            <a:r>
              <a:rPr sz="1400">
                <a:solidFill>
                  <a:srgbClr val="BF8700"/>
                </a:solidFill>
              </a:rPr>
              <a:t>  TEKS 5.5A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wants to determine whether an unknown mineral is calcite or quartz. She tests both minerals for hardness using a scratch test. Based on the data table, which conclusion is BEST supported?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5378824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The unknown mineral is quartz because it scratched the glass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The unknown mineral is calcite because it scratched the glass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The unknown mineral is calcite because glass scratched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The unknown mineral is quartz because nothing scratched it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#31  </a:t>
            </a:r>
            <a:r>
              <a:rPr sz="1400">
                <a:solidFill>
                  <a:srgbClr val="BF8700"/>
                </a:solidFill>
              </a:rPr>
              <a:t>  TEKS 5.6B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student rubs her hands together quickly. Her hands begin to feel warm. Which energy transformation is taking place?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Heat energy to mechanical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Mechanical energy to heat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Light energy to heat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Chemical energy to light energy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#32  </a:t>
            </a:r>
            <a:r>
              <a:rPr sz="1400">
                <a:solidFill>
                  <a:srgbClr val="BF8700"/>
                </a:solidFill>
              </a:rPr>
              <a:t>  TEKS 5.9A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town wants to reduce its use of nonrenewable resources. The data table shows their current energy usage and a proposed plan. Which change in the plan would MOST reduce their use of nonrenewable resources?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4572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Replacing coal and oil with wind and solar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Increasing coal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Using more natural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Reducing all energy usage to zero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