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STAAR Math Task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3 | 32 TEKS-Aligned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Teach4</a:t>
            </a:r>
            <a:r>
              <a:rPr sz="2800" b="1">
                <a:solidFill>
                  <a:srgbClr val="BF5700"/>
                </a:solidFill>
              </a:rPr>
              <a:t>Texas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  </a:t>
            </a:r>
            <a:r>
              <a:rPr sz="1400">
                <a:solidFill>
                  <a:srgbClr val="BF5700"/>
                </a:solidFill>
              </a:rPr>
              <a:t>  TEKS 3.4A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is the sum of 347 + 285?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532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622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632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612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  </a:t>
            </a:r>
            <a:r>
              <a:rPr sz="1400">
                <a:solidFill>
                  <a:srgbClr val="BF5700"/>
                </a:solidFill>
              </a:rPr>
              <a:t>  TEKS 3.4A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Marcus has 463 baseball cards. He gets 278 more. How many baseball cards does Marcus have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731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741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641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  </a:t>
            </a:r>
            <a:r>
              <a:rPr sz="1400">
                <a:solidFill>
                  <a:srgbClr val="BF5700"/>
                </a:solidFill>
              </a:rPr>
              <a:t>  TEKS 3.4A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is 804 − 356?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448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548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452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#4  </a:t>
            </a:r>
            <a:r>
              <a:rPr sz="1400">
                <a:solidFill>
                  <a:srgbClr val="BF5700"/>
                </a:solidFill>
              </a:rPr>
              <a:t>  TEKS 3.4K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point on the number line best represents 3/4?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Point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Point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Point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Point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#5  </a:t>
            </a:r>
            <a:r>
              <a:rPr sz="1400">
                <a:solidFill>
                  <a:srgbClr val="BF5700"/>
                </a:solidFill>
              </a:rPr>
              <a:t>  TEKS 3.3A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fraction of the bar is shaded?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5/6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#6  </a:t>
            </a:r>
            <a:r>
              <a:rPr sz="1400">
                <a:solidFill>
                  <a:srgbClr val="BF5700"/>
                </a:solidFill>
              </a:rPr>
              <a:t>  TEKS 3.3A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fraction model shows 2/4?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 part shaded out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 parts shaded out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3 parts shaded out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4 parts shaded out of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#7  </a:t>
            </a:r>
            <a:r>
              <a:rPr sz="1400">
                <a:solidFill>
                  <a:srgbClr val="BF5700"/>
                </a:solidFill>
              </a:rPr>
              <a:t>  TEKS 3.4D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multiplication fact does this array show?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24384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3 × 4 =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4 × 5 =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3 × 5 =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 × 6 =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#8  </a:t>
            </a:r>
            <a:r>
              <a:rPr sz="1400">
                <a:solidFill>
                  <a:srgbClr val="BF5700"/>
                </a:solidFill>
              </a:rPr>
              <a:t>  TEKS 3.4D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There are 4 rows of desks with 6 desks in each row. How many desks are there in all?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24384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#9  </a:t>
            </a:r>
            <a:r>
              <a:rPr sz="1400">
                <a:solidFill>
                  <a:srgbClr val="BF5700"/>
                </a:solidFill>
              </a:rPr>
              <a:t>  TEKS 3.4F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Sarah has 5 bags of apples. Each bag has 7 apples. How many apples does Sarah have in 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#10  </a:t>
            </a:r>
            <a:r>
              <a:rPr sz="1400">
                <a:solidFill>
                  <a:srgbClr val="BF5700"/>
                </a:solidFill>
              </a:rPr>
              <a:t>  TEKS 3.4F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is 8 × 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54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#11  </a:t>
            </a:r>
            <a:r>
              <a:rPr sz="1400">
                <a:solidFill>
                  <a:srgbClr val="BF5700"/>
                </a:solidFill>
              </a:rPr>
              <a:t>  TEKS 3.4K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number is located at point P on the number line?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#12  </a:t>
            </a:r>
            <a:r>
              <a:rPr sz="1400">
                <a:solidFill>
                  <a:srgbClr val="BF5700"/>
                </a:solidFill>
              </a:rPr>
              <a:t>  TEKS 3.5A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is the perimeter of a rectangle that is 8 inches long and 5 inches wide?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13 inches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26 inches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40 inches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21 inches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#13  </a:t>
            </a:r>
            <a:r>
              <a:rPr sz="1400">
                <a:solidFill>
                  <a:srgbClr val="BF5700"/>
                </a:solidFill>
              </a:rPr>
              <a:t>  TEKS 3.5A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is the perimeter of a square with sides that are 9 cm?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18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27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36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81 cm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#14  </a:t>
            </a:r>
            <a:r>
              <a:rPr sz="1400">
                <a:solidFill>
                  <a:srgbClr val="BF5700"/>
                </a:solidFill>
              </a:rPr>
              <a:t>  TEKS 3.6A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shape has exactly 4 equal sides and 4 right angles?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Rhombus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Rectangle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Square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Trapezoid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#15  </a:t>
            </a:r>
            <a:r>
              <a:rPr sz="1400">
                <a:solidFill>
                  <a:srgbClr val="BF5700"/>
                </a:solidFill>
              </a:rPr>
              <a:t>  TEKS 3.6A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How many sides does a hexagon have?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#16  </a:t>
            </a:r>
            <a:r>
              <a:rPr sz="1400">
                <a:solidFill>
                  <a:srgbClr val="BF5700"/>
                </a:solidFill>
              </a:rPr>
              <a:t>  TEKS 3.7B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time does the clock show if the hour hand is between 3 and 4, and the minute hand is on 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3:06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6:15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6:03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#17  </a:t>
            </a:r>
            <a:r>
              <a:rPr sz="1400">
                <a:solidFill>
                  <a:srgbClr val="BF5700"/>
                </a:solidFill>
              </a:rPr>
              <a:t>  TEKS 3.8A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bar graph shows how many books students read. How many more books did Sam read than Ana?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048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#18  </a:t>
            </a:r>
            <a:r>
              <a:rPr sz="1400">
                <a:solidFill>
                  <a:srgbClr val="BF5700"/>
                </a:solidFill>
              </a:rPr>
              <a:t>  TEKS 3.8A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Use the table. How many students chose pizza as their favorite lunch?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5378824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#19  </a:t>
            </a:r>
            <a:r>
              <a:rPr sz="1400">
                <a:solidFill>
                  <a:srgbClr val="BF5700"/>
                </a:solidFill>
              </a:rPr>
              <a:t>  TEKS 3.4G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There are 18 markers shared equally among 3 students. How many markers does each student get?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#20  </a:t>
            </a:r>
            <a:r>
              <a:rPr sz="1400">
                <a:solidFill>
                  <a:srgbClr val="BF5700"/>
                </a:solidFill>
              </a:rPr>
              <a:t>  TEKS 3.4G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is 32 ÷ 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#21  </a:t>
            </a:r>
            <a:r>
              <a:rPr sz="1400">
                <a:solidFill>
                  <a:srgbClr val="BF5700"/>
                </a:solidFill>
              </a:rPr>
              <a:t>  TEKS 3.4E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fact is in the same fact family as 6 × 7 = 42?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42 − 7 =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42 ÷ 6 =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7 + 6 =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42 + 6 = 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#22  </a:t>
            </a:r>
            <a:r>
              <a:rPr sz="1400">
                <a:solidFill>
                  <a:srgbClr val="BF5700"/>
                </a:solidFill>
              </a:rPr>
              <a:t>  TEKS 3.3H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fraction is greater: 2/4 or 3/4?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They are equal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Cannot tell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#23  </a:t>
            </a:r>
            <a:r>
              <a:rPr sz="1400">
                <a:solidFill>
                  <a:srgbClr val="BF5700"/>
                </a:solidFill>
              </a:rPr>
              <a:t>  TEKS 3.3F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fraction is equivalent to 1/2?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3/4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1/4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#24  </a:t>
            </a:r>
            <a:r>
              <a:rPr sz="1400">
                <a:solidFill>
                  <a:srgbClr val="BF5700"/>
                </a:solidFill>
              </a:rPr>
              <a:t>  TEKS 3.4B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Round 467 to the nearest hundred.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460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500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#25  </a:t>
            </a:r>
            <a:r>
              <a:rPr sz="1400">
                <a:solidFill>
                  <a:srgbClr val="BF5700"/>
                </a:solidFill>
              </a:rPr>
              <a:t>  TEKS 3.4B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Round 835 to the nearest 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830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835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900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#26  </a:t>
            </a:r>
            <a:r>
              <a:rPr sz="1400">
                <a:solidFill>
                  <a:srgbClr val="BF5700"/>
                </a:solidFill>
              </a:rPr>
              <a:t>  TEKS 3.4D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area model shows the product of two numbers. What is the product?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24384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#27  </a:t>
            </a:r>
            <a:r>
              <a:rPr sz="1400">
                <a:solidFill>
                  <a:srgbClr val="BF5700"/>
                </a:solidFill>
              </a:rPr>
              <a:t>  TEKS 3.5B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teacher wants to find the area of a bulletin board that is 6 feet long and 4 feet wide. What is the area?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24384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10 sq 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20 sq 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24 sq 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28 sq ft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#28  </a:t>
            </a:r>
            <a:r>
              <a:rPr sz="1400">
                <a:solidFill>
                  <a:srgbClr val="BF5700"/>
                </a:solidFill>
              </a:rPr>
              <a:t>  TEKS 3.8A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Use the bar graph. Which sport is the most popular?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048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Soccer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Basketball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Baseball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Football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#29  </a:t>
            </a:r>
            <a:r>
              <a:rPr sz="1400">
                <a:solidFill>
                  <a:srgbClr val="BF5700"/>
                </a:solidFill>
              </a:rPr>
              <a:t>  TEKS 3.7A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coin combination equals 76 cents?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3 quarters and 1 penny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7 dimes and 6 pennies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2 quarters, 2 dimes, and 6 pennies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All of the above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#30  </a:t>
            </a:r>
            <a:r>
              <a:rPr sz="1400">
                <a:solidFill>
                  <a:srgbClr val="BF5700"/>
                </a:solidFill>
              </a:rPr>
              <a:t>  TEKS 3.7C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Maria measures a pencil. It is between 17 cm and 18 cm. What is the best estimate of its length?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15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17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17.5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20 cm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#31  </a:t>
            </a:r>
            <a:r>
              <a:rPr sz="1400">
                <a:solidFill>
                  <a:srgbClr val="BF5700"/>
                </a:solidFill>
              </a:rPr>
              <a:t>  TEKS 3.6B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pair of shapes are congruent?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A small square and a large square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Two squares the same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A square and a rectangle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A triangle and a square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#32  </a:t>
            </a:r>
            <a:r>
              <a:rPr sz="1400">
                <a:solidFill>
                  <a:srgbClr val="BF5700"/>
                </a:solidFill>
              </a:rPr>
              <a:t>  TEKS 3.4H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Emma has 3 bags of oranges. Each bag has 9 oranges. She gives 5 oranges to her friend. How many oranges does Emma have left?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