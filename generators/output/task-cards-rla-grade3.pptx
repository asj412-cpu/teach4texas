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65D"/>
        </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4400" b="1">
                <a:solidFill>
                  <a:srgbClr val="FFFFFF"/>
                </a:solidFill>
              </a:defRPr>
            </a:pPr>
            <a:r>
              <a:t>STAAR RLA Task Cards</a:t>
            </a:r>
          </a:p>
        </p:txBody>
      </p:sp>
      <p:sp>
        <p:nvSpPr>
          <p:cNvPr id="3" name="TextBox 2"/>
          <p:cNvSpPr txBox="1"/>
          <p:nvPr/>
        </p:nvSpPr>
        <p:spPr>
          <a:xfrm>
            <a:off x="1371600" y="3200400"/>
            <a:ext cx="6400800" cy="914400"/>
          </a:xfrm>
          <a:prstGeom prst="rect">
            <a:avLst/>
          </a:prstGeom>
          <a:noFill/>
        </p:spPr>
        <p:txBody>
          <a:bodyPr wrap="none">
            <a:spAutoFit/>
          </a:bodyPr>
          <a:lstStyle/>
          <a:p>
            <a:pPr algn="ctr">
              <a:defRPr sz="2400">
                <a:solidFill>
                  <a:srgbClr val="FFFFFF"/>
                </a:solidFill>
              </a:defRPr>
            </a:pPr>
            <a:r>
              <a:t>Grade 3 | 32 TEKS-Aligned Questions</a:t>
            </a:r>
          </a:p>
        </p:txBody>
      </p:sp>
      <p:sp>
        <p:nvSpPr>
          <p:cNvPr id="4" name="TextBox 3"/>
          <p:cNvSpPr txBox="1"/>
          <p:nvPr/>
        </p:nvSpPr>
        <p:spPr>
          <a:xfrm>
            <a:off x="2743200" y="5029200"/>
            <a:ext cx="3657600" cy="548640"/>
          </a:xfrm>
          <a:prstGeom prst="rect">
            <a:avLst/>
          </a:prstGeom>
          <a:noFill/>
        </p:spPr>
        <p:txBody>
          <a:bodyPr wrap="none">
            <a:spAutoFit/>
          </a:bodyPr>
          <a:lstStyle/>
          <a:p>
            <a:pPr algn="ctr"/>
            <a:r>
              <a:rPr sz="2800" b="1">
                <a:solidFill>
                  <a:srgbClr val="FFFFFF"/>
                </a:solidFill>
              </a:rPr>
              <a:t>Teach4</a:t>
            </a:r>
            <a:r>
              <a:rPr sz="2800" b="1">
                <a:solidFill>
                  <a:srgbClr val="548235"/>
                </a:solidFill>
              </a:rPr>
              <a:t>Texas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  </a:t>
            </a:r>
            <a:r>
              <a:rPr sz="1400">
                <a:solidFill>
                  <a:srgbClr val="548235"/>
                </a:solidFill>
              </a:rPr>
              <a:t>  TEKS 3.6F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Maria looked out the window and saw dark clouds filling the sky. She grabbed her umbrella and rain boots before heading out the door.</a:t>
            </a:r>
            <a:br/>
            <a:br/>
            <a:r>
              <a:t>What can the reader conclude from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Maria is afraid of storms.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Maria thinks it will rain soon.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Maria does not like going outside.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Maria is going to school.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  </a:t>
            </a:r>
            <a:r>
              <a:rPr sz="1400">
                <a:solidFill>
                  <a:srgbClr val="548235"/>
                </a:solidFill>
              </a:rPr>
              <a:t>  TEKS 3.7C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Dogs make wonderful pets for families. They are loyal, playful, and can even help protect your home. Every family should think about getting a dog.</a:t>
            </a:r>
            <a:br/>
            <a:br/>
            <a:r>
              <a:t>What is the author's purpose for writing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inform readers about different dog breeds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entertain readers with a funny dog story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persuade readers that dogs are great pets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explain how to train a dog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  </a:t>
            </a:r>
            <a:r>
              <a:rPr sz="1400">
                <a:solidFill>
                  <a:srgbClr val="548235"/>
                </a:solidFill>
              </a:rPr>
              <a:t>  TEKS 3.9D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Bees are important because they pollinate flowers. When a bee lands on a flower, pollen sticks to its body. The bee carries the pollen to the next flower, which helps new plants grow.</a:t>
            </a:r>
            <a:br/>
            <a:br/>
            <a:r>
              <a:t>What is the main idea of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Bees like to land on flowers.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Pollen is sticky.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Bees help plants grow by spreading pollen.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Flowers need water to grow.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#4  </a:t>
            </a:r>
            <a:r>
              <a:rPr sz="1400">
                <a:solidFill>
                  <a:srgbClr val="548235"/>
                </a:solidFill>
              </a:rPr>
              <a:t>  TEKS 3.6F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fox crept slowly through the tall grass. Its eyes were fixed on the rabbit near the bush. The fox lowered its body and waited for the right moment.</a:t>
            </a:r>
            <a:br/>
            <a:br/>
            <a:r>
              <a:t>What will the fox most likely do next?</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Fall asleep in the grass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Run away from the rabbit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Try to catch the rabbit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Start digging a hole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#5  </a:t>
            </a:r>
            <a:r>
              <a:rPr sz="1400">
                <a:solidFill>
                  <a:srgbClr val="548235"/>
                </a:solidFill>
              </a:rPr>
              <a:t>  TEKS 3.9D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Which graphic organizer best shows the main idea and supporting details of a passage about types of weather?</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A Venn diagram</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A web with the main idea in the center</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A T-chart</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A timeline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#6  </a:t>
            </a:r>
            <a:r>
              <a:rPr sz="1400">
                <a:solidFill>
                  <a:srgbClr val="548235"/>
                </a:solidFill>
              </a:rPr>
              <a:t>  TEKS 3.11D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is written correctly?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children was playing in the park.</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children were playing in the park.</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children is playing in the park.</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children am playing in the park.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#7  </a:t>
            </a:r>
            <a:r>
              <a:rPr sz="1400">
                <a:solidFill>
                  <a:srgbClr val="548235"/>
                </a:solidFill>
              </a:rPr>
              <a:t>  TEKS 3.6E</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Sam's hands were shaking as he walked to the front of the class. He took a deep breath, looked at his note cards, and began his presentation.</a:t>
            </a:r>
            <a:br/>
            <a:br/>
            <a:r>
              <a:t>How does Sam most likely feel?</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Angry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Nervous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Excited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Bored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#8  </a:t>
            </a:r>
            <a:r>
              <a:rPr sz="1400">
                <a:solidFill>
                  <a:srgbClr val="548235"/>
                </a:solidFill>
              </a:rPr>
              <a:t>  TEKS 3.10D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wind whispered through the trees.</a:t>
            </a:r>
            <a:br/>
            <a:br/>
            <a:r>
              <a:t>What does the author mean by the word "whispered"?</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wind was talking to the trees.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wind was blowing very hard.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wind was making a soft, quiet sound.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wind had stopped blowing.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#9  </a:t>
            </a:r>
            <a:r>
              <a:rPr sz="1400">
                <a:solidFill>
                  <a:srgbClr val="548235"/>
                </a:solidFill>
              </a:rPr>
              <a:t>  TEKS 3.9E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is reading an article about how caterpillars become butterflies. Which graphic organizer would best show this information?</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A Venn diagram</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A flow chart showing the steps in order</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A T-chart</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A web diagram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#10  </a:t>
            </a:r>
            <a:r>
              <a:rPr sz="1400">
                <a:solidFill>
                  <a:srgbClr val="548235"/>
                </a:solidFill>
              </a:rPr>
              <a:t>  TEKS 3.6G</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Lily had never been to the ocean before. When she saw the waves crashing on the shore, her eyes grew wide and she ran toward the water, laughing.</a:t>
            </a:r>
            <a:br/>
            <a:br/>
            <a:r>
              <a:t>Which word best describes Lily?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Frightened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Amazed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Confused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Angry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#11  </a:t>
            </a:r>
            <a:r>
              <a:rPr sz="1400">
                <a:solidFill>
                  <a:srgbClr val="548235"/>
                </a:solidFill>
              </a:rPr>
              <a:t>  TEKS 3.11D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uses a comma correctly?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I like apples, bananas and grapes.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I like apples bananas, and grapes.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I like apples, bananas, and grapes.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I like, apples bananas and grapes.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#12  </a:t>
            </a:r>
            <a:r>
              <a:rPr sz="1400">
                <a:solidFill>
                  <a:srgbClr val="548235"/>
                </a:solidFill>
              </a:rPr>
              <a:t>  TEKS 3.8A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Once upon a time, a clever fox tricked a crow into dropping its cheese. The fox said, "What a beautiful voice you have! Won't you sing for me?" The crow opened its beak to sing, and the cheese fell to the ground.</a:t>
            </a:r>
            <a:br/>
            <a:br/>
            <a:r>
              <a:t>What type of story is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 biography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 fable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An informational article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 poem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#13  </a:t>
            </a:r>
            <a:r>
              <a:rPr sz="1400">
                <a:solidFill>
                  <a:srgbClr val="548235"/>
                </a:solidFill>
              </a:rPr>
              <a:t>  TEKS 3.6F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Jake studied his spelling words every night for a week. He practiced writing each word three times. On Friday, he felt ready for the test.</a:t>
            </a:r>
            <a:br/>
            <a:br/>
            <a:r>
              <a:t>Based on the passage, what will most likely happen on the spelling test?</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Jake will forget all the words.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Jake will do well on the test.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Jake will be absent from school.</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Jake will not finish the 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#14  </a:t>
            </a:r>
            <a:r>
              <a:rPr sz="1400">
                <a:solidFill>
                  <a:srgbClr val="548235"/>
                </a:solidFill>
              </a:rPr>
              <a:t>  TEKS 3.9D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Use the T-chart below to answer the question.</a:t>
            </a:r>
            <a:br/>
            <a:br/>
            <a:r>
              <a:t>Which sentence best describes the information in the chart?</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Frogs and toads are exactly the same.</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Frogs live in water, but toads do not.</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Frogs and toads have similarities and differences.</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Toads are better than frogs.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#15  </a:t>
            </a:r>
            <a:r>
              <a:rPr sz="1400">
                <a:solidFill>
                  <a:srgbClr val="548235"/>
                </a:solidFill>
              </a:rPr>
              <a:t>  TEKS 3.7D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First, gather your supplies: bread, peanut butter, and jelly. Next, spread peanut butter on one slice of bread. Then, spread jelly on the other slice. Finally, put the two slices together.</a:t>
            </a:r>
            <a:br/>
            <a:br/>
            <a:r>
              <a:t>What text structure does this passage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Cause and effect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Compare and contrast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Problem and solution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Sequence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#16  </a:t>
            </a:r>
            <a:r>
              <a:rPr sz="1400">
                <a:solidFill>
                  <a:srgbClr val="548235"/>
                </a:solidFill>
              </a:rPr>
              <a:t>  TEKS 3.6E</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"I can't believe you ate the last cookie!" Mia shouted at her brother. She crossed her arms and stomped out of the kitchen.</a:t>
            </a:r>
            <a:br/>
            <a:br/>
            <a:r>
              <a:t>How does Mia feel?</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Happy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Upset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Confused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Tired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#17  </a:t>
            </a:r>
            <a:r>
              <a:rPr sz="1400">
                <a:solidFill>
                  <a:srgbClr val="548235"/>
                </a:solidFill>
              </a:rPr>
              <a:t>  TEKS 3.10F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new student at school was as quiet as a mouse.</a:t>
            </a:r>
            <a:br/>
            <a:br/>
            <a:r>
              <a:t>What does "as quiet as a mouse" mean?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student looked like a mouse.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student was very shy and silent.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student liked mice.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student squeaked when talking.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#18  </a:t>
            </a:r>
            <a:r>
              <a:rPr sz="1400">
                <a:solidFill>
                  <a:srgbClr val="548235"/>
                </a:solidFill>
              </a:rPr>
              <a:t>  TEKS 3.11D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uses an apostrophe correctly?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dog wagged it's tail.</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dogs tail wagged.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dog's tail wagged.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dogs' tail wagged.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#19  </a:t>
            </a:r>
            <a:r>
              <a:rPr sz="1400">
                <a:solidFill>
                  <a:srgbClr val="548235"/>
                </a:solidFill>
              </a:rPr>
              <a:t>  TEKS 3.7C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Alamo is one of the most famous landmarks in Texas. It was built in the 1700s and played an important role in the Texas Revolution. Today, thousands of visitors come to San Antonio each year to see it.</a:t>
            </a:r>
            <a:br/>
            <a:br/>
            <a:r>
              <a:t>What is the author's purpose for writing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persuade readers to visit the Alamo</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inform readers about the Alamo</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entertain readers with a funny story</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explain how to build a building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#20  </a:t>
            </a:r>
            <a:r>
              <a:rPr sz="1400">
                <a:solidFill>
                  <a:srgbClr val="548235"/>
                </a:solidFill>
              </a:rPr>
              <a:t>  TEKS 3.6F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Emma noticed that her plant was drooping. The soil in the pot felt dry and crumbly. She went to get the watering can.</a:t>
            </a:r>
            <a:br/>
            <a:br/>
            <a:r>
              <a:t>Why did Emma get the watering can?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She wanted to water the flowers outside.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She needed to clean the pot.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She realized her plant needed water.</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She wanted to fill the can with soil.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#21  </a:t>
            </a:r>
            <a:r>
              <a:rPr sz="1400">
                <a:solidFill>
                  <a:srgbClr val="548235"/>
                </a:solidFill>
              </a:rPr>
              <a:t>  TEKS 3.9D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Look at the web diagram below.</a:t>
            </a:r>
            <a:br/>
            <a:br/>
            <a:r>
              <a:t>Which detail could be added to a branch of this web?</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Pacific Ocean is very deep.</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Dogs can be trained to do tricks.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It is important to eat breakfast.</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Texas has many rivers and lakes.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#22  </a:t>
            </a:r>
            <a:r>
              <a:rPr sz="1400">
                <a:solidFill>
                  <a:srgbClr val="548235"/>
                </a:solidFill>
              </a:rPr>
              <a:t>  TEKS 3.11D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girl _____ her homework before dinner every night.</a:t>
            </a:r>
            <a:br/>
            <a:br/>
            <a:r>
              <a:t>Which word correctly completes the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finish</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finishes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finishing</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finished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#23  </a:t>
            </a:r>
            <a:r>
              <a:rPr sz="1400">
                <a:solidFill>
                  <a:srgbClr val="548235"/>
                </a:solidFill>
              </a:rPr>
              <a:t>  TEKS 3.6G</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Carlos always shared his lunch with anyone who forgot theirs. He helped younger students carry their books. He even stayed after school to help the teacher clean up.</a:t>
            </a:r>
            <a:br/>
            <a:br/>
            <a:r>
              <a:t>Based on the passage, which word best describes Carlos?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Lazy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Selfish</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Kind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#24  </a:t>
            </a:r>
            <a:r>
              <a:rPr sz="1400">
                <a:solidFill>
                  <a:srgbClr val="548235"/>
                </a:solidFill>
              </a:rPr>
              <a:t>  TEKS 3.9E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Look at the flow chart below.</a:t>
            </a:r>
            <a:br/>
            <a:br/>
            <a:r>
              <a:t>What step is missing from the flow chart?</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Buy new shoes</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Go to the library</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Draft your writing</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Play outside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#25  </a:t>
            </a:r>
            <a:r>
              <a:rPr sz="1400">
                <a:solidFill>
                  <a:srgbClr val="548235"/>
                </a:solidFill>
              </a:rPr>
              <a:t>  TEKS 3.7D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town had a problem with too much litter in the park. The mayor decided to add more trash cans and organize a cleanup day. After the cleanup, the park looked beautiful again.</a:t>
            </a:r>
            <a:br/>
            <a:br/>
            <a:r>
              <a:t>What text structure does this passage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Compare and contrast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Cause and effect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Problem and solution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Description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#26  </a:t>
            </a:r>
            <a:r>
              <a:rPr sz="1400">
                <a:solidFill>
                  <a:srgbClr val="548235"/>
                </a:solidFill>
              </a:rPr>
              <a:t>  TEKS 3.10A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After walking for hours, the hikers were famished and needed to stop for lunch.</a:t>
            </a:r>
            <a:br/>
            <a:br/>
            <a:r>
              <a:t>What does the word "famished" most likely mean?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Very tired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Very hungry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Very happy</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Very lost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#27  </a:t>
            </a:r>
            <a:r>
              <a:rPr sz="1400">
                <a:solidFill>
                  <a:srgbClr val="548235"/>
                </a:solidFill>
              </a:rPr>
              <a:t>  TEKS 3.8B</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Roses are red,</a:t>
            </a:r>
            <a:br/>
            <a:r>
              <a:t>Violets are blue,</a:t>
            </a:r>
            <a:br/>
            <a:r>
              <a:t>Spring is here,</a:t>
            </a:r>
            <a:br/>
            <a:r>
              <a:t>And flowers bloom new.</a:t>
            </a:r>
            <a:br/>
            <a:br/>
            <a:r>
              <a:t>What type of writing is this?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 newspaper article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 poem</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 fairy tale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 biography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#28  </a:t>
            </a:r>
            <a:r>
              <a:rPr sz="1400">
                <a:solidFill>
                  <a:srgbClr val="548235"/>
                </a:solidFill>
              </a:rPr>
              <a:t>  TEKS 3.9D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wants to compare and contrast cats and dogs as pets. Which graphic organizer should the student use?</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A flow chart</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A timeline</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A Venn diagram</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A web diagram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#29  </a:t>
            </a:r>
            <a:r>
              <a:rPr sz="1400">
                <a:solidFill>
                  <a:srgbClr val="548235"/>
                </a:solidFill>
              </a:rPr>
              <a:t>  TEKS 3.11D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is a complete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Running through the park on Saturday.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tall oak tree in our backyard.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Because she wanted to read a book.</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My sister rides her bike to school.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#30  </a:t>
            </a:r>
            <a:r>
              <a:rPr sz="1400">
                <a:solidFill>
                  <a:srgbClr val="548235"/>
                </a:solidFill>
              </a:rPr>
              <a:t>  TEKS 3.6F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squirrel buried acorns all around the yard during the fall. It hid them under leaves, near tree roots, and beside the fence.</a:t>
            </a:r>
            <a:br/>
            <a:br/>
            <a:r>
              <a:t>Why did the squirrel bury acorns?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It was playing a game.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It was saving food for winter.</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It did not like acorns.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It wanted to grow oak trees.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#31  </a:t>
            </a:r>
            <a:r>
              <a:rPr sz="1400">
                <a:solidFill>
                  <a:srgbClr val="548235"/>
                </a:solidFill>
              </a:rPr>
              <a:t>  TEKS 3.9D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Use the table below to answer the question.</a:t>
            </a:r>
            <a:br/>
            <a:br/>
            <a:r>
              <a:t>Based on the table, which animal lives the longest?</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Hamster</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Cat</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Dog</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Tortoise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#32  </a:t>
            </a:r>
            <a:r>
              <a:rPr sz="1400">
                <a:solidFill>
                  <a:srgbClr val="548235"/>
                </a:solidFill>
              </a:rPr>
              <a:t>  TEKS 3.10D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author writes, "The old house groaned and sighed in the wind."</a:t>
            </a:r>
            <a:br/>
            <a:br/>
            <a:r>
              <a:t>Why does the author describe the house this way?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show the house is alive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help the reader imagine the sounds the house makes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explain how houses are built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prove the house is haunted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